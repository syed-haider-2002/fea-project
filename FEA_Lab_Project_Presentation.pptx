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06592"/>
            <a:ext cx="7772400" cy="1470025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FEA Lab </a:t>
            </a:r>
            <a:r>
              <a:rPr dirty="0" smtClean="0">
                <a:solidFill>
                  <a:schemeClr val="bg1"/>
                </a:solidFill>
              </a:rPr>
              <a:t>Project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54940"/>
            <a:ext cx="6400800" cy="1752600"/>
          </a:xfrm>
        </p:spPr>
        <p:txBody>
          <a:bodyPr/>
          <a:lstStyle/>
          <a:p>
            <a:r>
              <a:rPr dirty="0"/>
              <a:t>By: Syed Muhammad </a:t>
            </a:r>
            <a:r>
              <a:rPr dirty="0" err="1"/>
              <a:t>Haider</a:t>
            </a:r>
            <a:r>
              <a:rPr dirty="0"/>
              <a:t> Hameed (ME-1876)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Finite </a:t>
            </a:r>
            <a:r>
              <a:rPr dirty="0"/>
              <a:t>Element Analysis conducted using ANSYS</a:t>
            </a:r>
          </a:p>
          <a:p>
            <a:r>
              <a:rPr dirty="0" smtClean="0"/>
              <a:t>Two </a:t>
            </a:r>
            <a:r>
              <a:rPr dirty="0"/>
              <a:t>major analyses: Static Structural &amp; Transient Structural</a:t>
            </a:r>
          </a:p>
          <a:p>
            <a:r>
              <a:rPr dirty="0" smtClean="0"/>
              <a:t>Geometry </a:t>
            </a:r>
            <a:r>
              <a:rPr dirty="0"/>
              <a:t>based on roll number rule: Pentagon shape</a:t>
            </a:r>
          </a:p>
          <a:p>
            <a:r>
              <a:rPr dirty="0" smtClean="0"/>
              <a:t>Custom </a:t>
            </a:r>
            <a:r>
              <a:rPr dirty="0"/>
              <a:t>material created using roll number digits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Structural –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Created </a:t>
            </a:r>
            <a:r>
              <a:rPr dirty="0"/>
              <a:t>material: Young’s Modulus = 76000 </a:t>
            </a:r>
            <a:r>
              <a:rPr dirty="0" err="1"/>
              <a:t>MPa</a:t>
            </a:r>
            <a:r>
              <a:rPr dirty="0"/>
              <a:t>, Poisson Ratio = 0.28</a:t>
            </a:r>
          </a:p>
          <a:p>
            <a:r>
              <a:rPr dirty="0" smtClean="0"/>
              <a:t>Geometry</a:t>
            </a:r>
            <a:r>
              <a:rPr dirty="0"/>
              <a:t>: Pentagon sketch extruded to 1 m</a:t>
            </a:r>
          </a:p>
          <a:p>
            <a:r>
              <a:rPr dirty="0" smtClean="0"/>
              <a:t>Mesh </a:t>
            </a:r>
            <a:r>
              <a:rPr dirty="0"/>
              <a:t>generated after assigning material</a:t>
            </a:r>
          </a:p>
          <a:p>
            <a:r>
              <a:rPr dirty="0" smtClean="0"/>
              <a:t>Fixed </a:t>
            </a:r>
            <a:r>
              <a:rPr dirty="0"/>
              <a:t>support applied to one face</a:t>
            </a:r>
          </a:p>
          <a:p>
            <a:r>
              <a:rPr dirty="0" smtClean="0"/>
              <a:t>Remote </a:t>
            </a:r>
            <a:r>
              <a:rPr dirty="0"/>
              <a:t>force applied at 1/3rd length (5.635 m)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REHMAN COMPUTER\Pictures\an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367" y="0"/>
            <a:ext cx="3152633" cy="4626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C:\Users\REHMAN COMPUTER\Pictures\an1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91367" cy="271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C:\Users\REHMAN COMPUTER\Pictures\an3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5904"/>
            <a:ext cx="5991367" cy="263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C:\Users\REHMAN COMPUTER\Pictures\an5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366" y="4657454"/>
            <a:ext cx="3152634" cy="208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:\Users\REHMAN COMPUTER\Pictures\an4.PN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485" y="5790068"/>
            <a:ext cx="3099037" cy="6380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312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Structural –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Total </a:t>
            </a:r>
            <a:r>
              <a:rPr dirty="0"/>
              <a:t>deformation observed</a:t>
            </a:r>
          </a:p>
          <a:p>
            <a:r>
              <a:rPr dirty="0" smtClean="0"/>
              <a:t>Equivalent </a:t>
            </a:r>
            <a:r>
              <a:rPr dirty="0"/>
              <a:t>Von-</a:t>
            </a:r>
            <a:r>
              <a:rPr dirty="0" err="1"/>
              <a:t>Mises</a:t>
            </a:r>
            <a:r>
              <a:rPr dirty="0"/>
              <a:t> stress </a:t>
            </a:r>
            <a:r>
              <a:rPr dirty="0" smtClean="0"/>
              <a:t>calculated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endParaRPr dirty="0"/>
          </a:p>
        </p:txBody>
      </p:sp>
      <p:pic>
        <p:nvPicPr>
          <p:cNvPr id="4" name="Picture 3" descr="C:\Users\REHMAN COMPUTER\Pictures\an6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74157"/>
            <a:ext cx="4210334" cy="2697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C:\Users\REHMAN COMPUTER\Pictures\an7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738" y="3074157"/>
            <a:ext cx="3903061" cy="2697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41" y="395521"/>
            <a:ext cx="7864522" cy="853514"/>
          </a:xfrm>
          <a:prstGeom prst="rect">
            <a:avLst/>
          </a:prstGeom>
        </p:spPr>
      </p:pic>
      <p:pic>
        <p:nvPicPr>
          <p:cNvPr id="4" name="Picture 3" descr="C:\Users\REHMAN COMPUTER\Pictures\an9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01" y="1249035"/>
            <a:ext cx="4143815" cy="2667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C:\Users\REHMAN COMPUTER\Pictures\an8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194" y="3043452"/>
            <a:ext cx="3944203" cy="33409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486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Transient Structural –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Same </a:t>
            </a:r>
            <a:r>
              <a:rPr dirty="0"/>
              <a:t>geometry and material setup</a:t>
            </a:r>
          </a:p>
          <a:p>
            <a:r>
              <a:rPr dirty="0" smtClean="0"/>
              <a:t>Body </a:t>
            </a:r>
            <a:r>
              <a:rPr dirty="0"/>
              <a:t>sizing: 1 m mesh</a:t>
            </a:r>
          </a:p>
          <a:p>
            <a:r>
              <a:rPr dirty="0" smtClean="0"/>
              <a:t>Time </a:t>
            </a:r>
            <a:r>
              <a:rPr dirty="0"/>
              <a:t>settings: 1 s duration, 0.25 s step</a:t>
            </a:r>
          </a:p>
          <a:p>
            <a:r>
              <a:rPr dirty="0" smtClean="0"/>
              <a:t>Fixed </a:t>
            </a:r>
            <a:r>
              <a:rPr dirty="0"/>
              <a:t>support on one face</a:t>
            </a:r>
          </a:p>
          <a:p>
            <a:r>
              <a:rPr dirty="0" smtClean="0"/>
              <a:t>Forces </a:t>
            </a:r>
            <a:r>
              <a:rPr dirty="0"/>
              <a:t>applied on four faces</a:t>
            </a:r>
          </a:p>
          <a:p>
            <a:endParaRPr dirty="0"/>
          </a:p>
        </p:txBody>
      </p:sp>
      <p:pic>
        <p:nvPicPr>
          <p:cNvPr id="4" name="Picture 3" descr="C:\Users\REHMAN COMPUTER\Pictures\an1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990" y="4576857"/>
            <a:ext cx="4786810" cy="1731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REHMAN COMPUTER\Pictures\an1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22878" cy="2934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C:\Users\REHMAN COMPUTER\Pictures\an2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878" y="0"/>
            <a:ext cx="3521122" cy="451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C:\Users\REHMAN COMPUTER\Pictures\an15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34269"/>
            <a:ext cx="5622878" cy="2005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C:\Users\REHMAN COMPUTER\Pictures\an11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39850"/>
            <a:ext cx="5622878" cy="191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:\Users\REHMAN COMPUTER\Pictures\an14.PN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878" y="4517408"/>
            <a:ext cx="3521122" cy="2340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00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Transient Structural –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Equivalent </a:t>
            </a:r>
            <a:r>
              <a:rPr dirty="0"/>
              <a:t>Von-</a:t>
            </a:r>
            <a:r>
              <a:rPr dirty="0" err="1"/>
              <a:t>Mises</a:t>
            </a:r>
            <a:r>
              <a:rPr dirty="0"/>
              <a:t> stress evaluated</a:t>
            </a:r>
          </a:p>
          <a:p>
            <a:r>
              <a:rPr dirty="0" smtClean="0"/>
              <a:t>Time-dependent </a:t>
            </a:r>
            <a:r>
              <a:rPr dirty="0"/>
              <a:t>effects analyzed</a:t>
            </a:r>
          </a:p>
          <a:p>
            <a:endParaRPr dirty="0"/>
          </a:p>
        </p:txBody>
      </p:sp>
      <p:pic>
        <p:nvPicPr>
          <p:cNvPr id="4" name="Picture 3" descr="C:\Users\REHMAN COMPUTER\Pictures\an1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77" y="3047733"/>
            <a:ext cx="7693926" cy="2929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Successfully </a:t>
            </a:r>
            <a:r>
              <a:rPr dirty="0"/>
              <a:t>applied FEA concepts using ANSYS</a:t>
            </a:r>
          </a:p>
          <a:p>
            <a:r>
              <a:rPr dirty="0" smtClean="0"/>
              <a:t>Demonstrated </a:t>
            </a:r>
            <a:r>
              <a:rPr dirty="0"/>
              <a:t>understanding of material creation, </a:t>
            </a:r>
            <a:r>
              <a:rPr err="1" smtClean="0"/>
              <a:t>meshing</a:t>
            </a:r>
            <a:r>
              <a:rPr smtClean="0"/>
              <a:t>,</a:t>
            </a:r>
            <a:r>
              <a:rPr lang="en-US" smtClean="0"/>
              <a:t> </a:t>
            </a:r>
            <a:r>
              <a:rPr smtClean="0"/>
              <a:t>load </a:t>
            </a:r>
            <a:r>
              <a:rPr dirty="0"/>
              <a:t>application, and </a:t>
            </a:r>
            <a:r>
              <a:rPr/>
              <a:t>result </a:t>
            </a:r>
            <a:r>
              <a:rPr smtClean="0"/>
              <a:t>interpretation</a:t>
            </a:r>
            <a:r>
              <a:rPr lang="en-US" smtClean="0"/>
              <a:t>.</a:t>
            </a:r>
            <a:endParaRPr dirty="0"/>
          </a:p>
          <a:p>
            <a:r>
              <a:rPr dirty="0" smtClean="0"/>
              <a:t>Both </a:t>
            </a:r>
            <a:r>
              <a:rPr dirty="0"/>
              <a:t>static and dynamic behavior of structure analyzed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178</Words>
  <Application>Microsoft Office PowerPoint</Application>
  <PresentationFormat>On-screen Show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FEA Lab Project</vt:lpstr>
      <vt:lpstr>Project Overview</vt:lpstr>
      <vt:lpstr>Static Structural – Workflow</vt:lpstr>
      <vt:lpstr>PowerPoint Presentation</vt:lpstr>
      <vt:lpstr>Static Structural – Results</vt:lpstr>
      <vt:lpstr>PowerPoint Presentation</vt:lpstr>
      <vt:lpstr>Transient Structural – Workflow</vt:lpstr>
      <vt:lpstr>PowerPoint Presentation</vt:lpstr>
      <vt:lpstr>Transient Structural – Results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 Lab Project</dc:title>
  <dc:subject/>
  <dc:creator/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2025-11-30T10:55:01Z</dcterms:modified>
  <cp:category/>
</cp:coreProperties>
</file>